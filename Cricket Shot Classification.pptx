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5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4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014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70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6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62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90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80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635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60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28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328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0637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10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63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497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543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95A57A3-CEC4-43DD-8CDE-428907A76E4C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37FFAB5-8E80-4E87-986D-B54AD1CD0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5354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RNYBUG2/Real-Time-Cricket-Shot-Classification-and-Automated-Commentary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FB53-F099-AC0D-9ED9-D9F6E985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523" y="1213955"/>
            <a:ext cx="8363616" cy="1828801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Cricket Shot Classification</a:t>
            </a:r>
            <a:b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Similarity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1782C-BCD1-6369-6F49-ABBEFBDFF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206" y="3539861"/>
            <a:ext cx="8074249" cy="550768"/>
          </a:xfrm>
        </p:spPr>
        <p:txBody>
          <a:bodyPr>
            <a:noAutofit/>
          </a:bodyPr>
          <a:lstStyle/>
          <a:p>
            <a:pPr algn="l"/>
            <a:r>
              <a:rPr lang="en-US" sz="2800" i="1" dirty="0"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Deep Learning–Based Video Analytics for Cricket</a:t>
            </a:r>
            <a:endParaRPr lang="en-US" sz="2800" i="1" dirty="0"/>
          </a:p>
          <a:p>
            <a:pPr algn="l"/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B6FB06-0C4C-212B-1CF1-AC8C36F37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577" y="0"/>
            <a:ext cx="35324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01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F845-E78D-A27C-D167-F7EBF16D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Behind the Project.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FC883-97F8-86CE-F438-34FE1EF77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515951"/>
          </a:xfrm>
        </p:spPr>
        <p:txBody>
          <a:bodyPr>
            <a:normAutofit fontScale="92500"/>
          </a:bodyPr>
          <a:lstStyle/>
          <a:p>
            <a:pPr marL="36900" indent="0">
              <a:buNone/>
            </a:pPr>
            <a:r>
              <a:rPr lang="en-US" dirty="0"/>
              <a:t>Manual video analysis is slow, labor-intensive, and prone to human bias, making it unsuitable for large-scale or real-time applications.</a:t>
            </a:r>
            <a:br>
              <a:rPr lang="en-US" dirty="0"/>
            </a:br>
            <a:r>
              <a:rPr lang="en-US" dirty="0"/>
              <a:t>This project aims to automate the interpretation of video content using deep learning, enabling machines to extract context, detect actions, and generate insights directly from visual data.</a:t>
            </a:r>
          </a:p>
          <a:p>
            <a:pPr marL="36900" indent="0">
              <a:buNone/>
            </a:pPr>
            <a:r>
              <a:rPr lang="en-US" b="1" dirty="0"/>
              <a:t>Key motives:</a:t>
            </a:r>
            <a:endParaRPr lang="en-US" dirty="0"/>
          </a:p>
          <a:p>
            <a:r>
              <a:rPr lang="en-US" dirty="0"/>
              <a:t>Eliminate manual labeling and subjective interpretation.</a:t>
            </a:r>
          </a:p>
          <a:p>
            <a:r>
              <a:rPr lang="en-US" dirty="0"/>
              <a:t>Achieve real-time, scalable video understanding.</a:t>
            </a:r>
          </a:p>
          <a:p>
            <a:r>
              <a:rPr lang="en-US" dirty="0"/>
              <a:t>Improve accuracy, consistency, and efficiency in visual analytics.</a:t>
            </a:r>
          </a:p>
          <a:p>
            <a:r>
              <a:rPr lang="en-US" dirty="0"/>
              <a:t>Enable data-driven decision-making across diverse fields—security, surveillance, industry, media, and beyond.</a:t>
            </a:r>
          </a:p>
          <a:p>
            <a:pPr marL="36900" indent="0">
              <a:buNone/>
            </a:pPr>
            <a:r>
              <a:rPr lang="en-US" b="1" dirty="0"/>
              <a:t>Goal:</a:t>
            </a:r>
            <a:r>
              <a:rPr lang="en-US" dirty="0"/>
              <a:t> Transform unstructured video footage into structured, intelligent information through deep learning–based automated analysis.</a:t>
            </a:r>
          </a:p>
          <a:p>
            <a:pPr marL="3690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25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1EC5EE2-4CB6-3614-C037-2AC0A8089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C9C1A09C-E953-21CC-882F-5CF09857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027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E3713-017A-3803-7AC9-09611F6F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00575"/>
            <a:ext cx="10353762" cy="970450"/>
          </a:xfrm>
        </p:spPr>
        <p:txBody>
          <a:bodyPr/>
          <a:lstStyle/>
          <a:p>
            <a:r>
              <a:rPr lang="en-IN" dirty="0"/>
              <a:t>Method Used – CNN + 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EA250-C7B7-FC20-514B-FA7443726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/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F3141B-6C36-25BA-8183-307B82E22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0050"/>
            <a:ext cx="12191999" cy="5277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F73C8E-B260-B49C-E52A-2055853F5D0F}"/>
              </a:ext>
            </a:extLst>
          </p:cNvPr>
          <p:cNvSpPr txBox="1"/>
          <p:nvPr/>
        </p:nvSpPr>
        <p:spPr>
          <a:xfrm>
            <a:off x="0" y="1181844"/>
            <a:ext cx="260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Fine tuning </a:t>
            </a:r>
            <a:r>
              <a:rPr lang="en-IN" dirty="0" err="1"/>
              <a:t>EfficientNet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09FBE8-F131-A2DB-96E7-52ED3764A04B}"/>
              </a:ext>
            </a:extLst>
          </p:cNvPr>
          <p:cNvSpPr/>
          <p:nvPr/>
        </p:nvSpPr>
        <p:spPr>
          <a:xfrm>
            <a:off x="5604387" y="5277950"/>
            <a:ext cx="1101213" cy="513250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491E4E8-5530-71E3-0594-83B2BB6F627D}"/>
              </a:ext>
            </a:extLst>
          </p:cNvPr>
          <p:cNvCxnSpPr/>
          <p:nvPr/>
        </p:nvCxnSpPr>
        <p:spPr>
          <a:xfrm>
            <a:off x="5456903" y="5552953"/>
            <a:ext cx="14158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0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595F-B94C-C98F-E438-B12EC118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437653-BDC8-BE21-EF89-42C0CD2F10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0031" y="1580050"/>
            <a:ext cx="1106129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the video understanding pipeline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detection models (e.g., YOLO)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enable simultaneous action and object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Deploy the combined system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CCTV infrastructure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scene monitoring and automated event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Extend functionality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critical incidents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 traffic accidents, unusual behavior, or safety violations.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deployment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low-latency inference on surveillance or embedded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Expand applicability to domains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safety, industrial monitoring, and autonomous systems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intelligent visual analytics.</a:t>
            </a:r>
          </a:p>
        </p:txBody>
      </p:sp>
    </p:spTree>
    <p:extLst>
      <p:ext uri="{BB962C8B-B14F-4D97-AF65-F5344CB8AC3E}">
        <p14:creationId xmlns:p14="http://schemas.microsoft.com/office/powerpoint/2010/main" val="109773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0700-F35E-B7E7-7D8A-7DA28F2E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4AF94-5330-C97F-0B0F-B778BA795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Vidit Srivastava ( E23CSEU0903 )</a:t>
            </a:r>
          </a:p>
          <a:p>
            <a:pPr marL="36900" indent="0">
              <a:buNone/>
            </a:pPr>
            <a:r>
              <a:rPr lang="en-IN" dirty="0"/>
              <a:t>     Batch-31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IN" dirty="0"/>
              <a:t>GitHub Repo: </a:t>
            </a:r>
            <a:r>
              <a:rPr lang="en-IN" dirty="0">
                <a:hlinkClick r:id="rId2"/>
              </a:rPr>
              <a:t>https://github.com/CORNYBUG2/Real-Time-Cricket-Shot-Classification-and-Automated-Commentary.git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2364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Custom 1">
      <a:dk1>
        <a:srgbClr val="363636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163</TotalTime>
  <Words>273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Calisto MT</vt:lpstr>
      <vt:lpstr>Mona Sans Semi Bold</vt:lpstr>
      <vt:lpstr>Wingdings 2</vt:lpstr>
      <vt:lpstr>Slate</vt:lpstr>
      <vt:lpstr>Cricket Shot Classification &amp; Similarity Detection</vt:lpstr>
      <vt:lpstr>Motivation Behind the Project.</vt:lpstr>
      <vt:lpstr> </vt:lpstr>
      <vt:lpstr>Method Used – CNN + RNN</vt:lpstr>
      <vt:lpstr>Future Scope</vt:lpstr>
      <vt:lpstr>Team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Pushpendra Shaw</dc:creator>
  <cp:lastModifiedBy>Pushpendra Shaw</cp:lastModifiedBy>
  <cp:revision>3</cp:revision>
  <dcterms:created xsi:type="dcterms:W3CDTF">2025-11-10T22:24:32Z</dcterms:created>
  <dcterms:modified xsi:type="dcterms:W3CDTF">2025-11-27T20:59:16Z</dcterms:modified>
</cp:coreProperties>
</file>